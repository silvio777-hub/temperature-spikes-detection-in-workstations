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Temperature Spikes Detection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Workstation Protection using ML</a:t>
            </a:r>
          </a:p>
          <a:p>
            <a:r>
              <a:t>Student Project Submission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Standard OS alerts are too slow for sudden spikes.</a:t>
            </a:r>
          </a:p>
          <a:p>
            <a:r>
              <a:t>Our Solution:</a:t>
            </a:r>
          </a:p>
          <a:p>
            <a:r>
              <a:t>• Unsupervised ML (Isolation Forest)</a:t>
            </a:r>
          </a:p>
          <a:p>
            <a:r>
              <a:t>• Real-time Terminal Dashboard</a:t>
            </a:r>
          </a:p>
          <a:p>
            <a:r>
              <a:t>• Root Cause Diagnostics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Advanced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Process ID: Identifies culprit software</a:t>
            </a:r>
          </a:p>
          <a:p>
            <a:r>
              <a:t>• GPU Support: NVIDIA Temperature tracking</a:t>
            </a:r>
          </a:p>
          <a:p>
            <a:r>
              <a:t>• Toast Alerts: Desktop notifications</a:t>
            </a:r>
          </a:p>
          <a:p>
            <a:r>
              <a:t>• Configuration: YAML-based tuning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Success Criteria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Recall &gt; 90% for spikes</a:t>
            </a:r>
          </a:p>
          <a:p>
            <a:r>
              <a:t>• Low resource overhead (&lt;1%)</a:t>
            </a:r>
          </a:p>
          <a:p>
            <a:r>
              <a:t>• Actionable diagnostic insights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